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3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3AECC-B969-491E-B901-9EA42650F57A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C92170-A09B-4346-B1C8-5E1543505D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70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F3012-61C7-2BA3-A216-2CAF7ED62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5054F-B9EA-1139-74F6-9754CB075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D122D-C385-1510-EC07-CCA96118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1C566-9958-34AB-EBE4-BAAF3F993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37C1F-302F-ADDB-89D4-31F919745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6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84BF0-E30A-0AC1-772D-5D4E7923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44A06F-18C8-29E4-9677-9ACC68C6A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E22D8-9838-5C3C-05E0-EFAABF1D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CB9F3-1DC5-C8A9-F4FC-FC2334D23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17B03-4B0A-30D8-AB1B-6DC21F3FE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18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CEB0-9448-2FFE-45B6-13478D5D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432A7-6F6F-E587-4E6C-7AC79E29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CA25-3370-2526-CDD2-CF1CCE65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CB9D1-2E59-F287-DA87-759664D81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8D94B-7A74-FFD7-A63A-F17ED3BF9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450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7745-A54B-ABB2-F14D-16568F060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2A4D2-3DFF-A82C-6012-27F812B39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16D8CC-79F6-7642-4C95-0AD0FFB0F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005470-C48A-27AC-A8EC-ADC2FC2D4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ED1DF4-BA76-1309-AA3E-E9D3C0C43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60476-5B83-48AC-C662-0233F904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349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14A75-95E9-0CD2-2CEC-8FCDF9320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ADB96-6978-52BA-C934-95D3CBF37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98DC5-1978-F6F2-A0EE-773FB0200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4A9BCC-1867-6AAC-0954-09941FCF3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4A9D1-E27D-543D-4250-736BFDCB24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9685F-3902-C9B8-8A3E-86BC86FE0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F95B3-2015-CB4A-9E82-9A23FDB7E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23C5F-F371-96C4-C83D-A4B3D7401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880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5FC4-CCA0-8D5E-6D05-00B4E72D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56653-749C-F5DD-555D-917382C24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3D1E1-6B80-D382-AE81-888BF65DA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EFD46C-C03B-474D-CD44-B75711223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197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7E79A9-D3D4-648B-B94C-7B76B0330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531431-0D6B-AB0E-5CCB-A2F52C163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7A9D1-D4B0-A4F8-341F-AA5F4351C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2837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EDA5A-09E2-E882-AF6B-71F1249F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334DA-DC69-204E-E151-C7EC54773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6561D-2CE8-07AB-3C42-C31519F04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287E3-9F32-5CE1-902C-BB68F0A7F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FB0D8-00F4-853D-DB02-738E08C12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63E5E-FF6A-315E-4000-9FC09FDE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60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9E4DC-1055-BDBD-79EE-A8F3819F4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2966A9-05D2-2203-C796-1C5FB9A965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56E35-EA1F-40AA-7286-A1A9DF3A8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99BB1-D758-D902-7942-36C970A5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CFC9F-3EA7-3938-2B3F-127FCFB03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84694-9073-C0D2-9DFB-B0FC08F8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0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D5BB-A7FC-8366-FC5C-9C5EE893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F73D3-ADD4-06C8-0139-F0C15F3A7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3E9FC-028E-F495-57E5-734F35A4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47008-B2FE-F247-48CF-A43E2AE6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FCE75A-95B2-E3D5-F6D8-F039E6736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64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D70A36-616F-C6D5-1057-E912731BC8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CF358-E53F-5520-C7BC-942E90AE9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6561E-608F-A7D4-A37F-8982EE200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88EB2-AA89-BF0B-9812-94B43EF6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A05F2-6E35-CE45-4EEE-7214A695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612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7D98E-0177-CBF0-83EC-9D125065F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D00D3-7255-899A-199B-929341CFF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BD497-EC86-9236-381E-921EEAE8D2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610C7-714B-45AF-AF2F-489A89039E97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5C8B-5772-648E-B589-C6A1DCFF7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47399-3FA2-61A9-3B01-DF53A0D26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FA6E9-86E3-435E-8C6E-3AF059F40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361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9A10D-6250-992A-40C6-10BD7DBB8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638356"/>
            <a:ext cx="9144000" cy="1198143"/>
          </a:xfrm>
        </p:spPr>
        <p:txBody>
          <a:bodyPr>
            <a:normAutofit/>
          </a:bodyPr>
          <a:lstStyle/>
          <a:p>
            <a:r>
              <a:rPr lang="en-US" sz="4000" b="1" dirty="0"/>
              <a:t>AI Powered Code Reviewer &amp; Quality Assistant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A4BDB-D266-A1FF-4AC4-D9971E8F3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20505"/>
            <a:ext cx="9144000" cy="3899139"/>
          </a:xfrm>
        </p:spPr>
        <p:txBody>
          <a:bodyPr>
            <a:normAutofit/>
          </a:bodyPr>
          <a:lstStyle/>
          <a:p>
            <a:pPr algn="l">
              <a:lnSpc>
                <a:spcPct val="200000"/>
              </a:lnSpc>
            </a:pPr>
            <a:r>
              <a:rPr lang="en-US" dirty="0"/>
              <a:t>Project Submitted By: DADI KAVYA SRI</a:t>
            </a:r>
            <a:br>
              <a:rPr lang="en-US" dirty="0"/>
            </a:br>
            <a:r>
              <a:rPr lang="en-US" dirty="0"/>
              <a:t>Course: Artificial Intelligence</a:t>
            </a:r>
            <a:br>
              <a:rPr lang="en-US" dirty="0"/>
            </a:br>
            <a:r>
              <a:rPr lang="en-US" dirty="0"/>
              <a:t>Mentor: Megha</a:t>
            </a:r>
            <a:br>
              <a:rPr lang="en-US" dirty="0"/>
            </a:br>
            <a:r>
              <a:rPr lang="en-US" dirty="0"/>
              <a:t>Institution: Narasaraopeta Engineering College</a:t>
            </a:r>
            <a:br>
              <a:rPr lang="en-US" dirty="0"/>
            </a:br>
            <a:r>
              <a:rPr lang="en-US" dirty="0"/>
              <a:t>Year: 2026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7495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5C7CE-B34C-D0C6-F200-A5869BBF5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4988" y="707366"/>
            <a:ext cx="9144000" cy="956603"/>
          </a:xfrm>
        </p:spPr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332B5-6EDF-BE9F-8C6F-7E3C8251B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225615"/>
            <a:ext cx="9144000" cy="4175185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dirty="0"/>
              <a:t>This project is an AI-based Python Code Reviewer system designed to automatically analyze and evaluate the quality of Python programs.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In software development, writing working code is not enough. The code must be clean, readable, maintainable, and follow proper coding standards. Manual code reviews take time and may miss some issues.</a:t>
            </a:r>
          </a:p>
          <a:p>
            <a:pPr algn="just">
              <a:lnSpc>
                <a:spcPct val="100000"/>
              </a:lnSpc>
            </a:pPr>
            <a:r>
              <a:rPr lang="en-US" dirty="0"/>
              <a:t>To solve this problem, this system performs automated static code analysis. It checks the structure, complexity, and rule violations in the code and generates a detailed report with severity levels and quality score.</a:t>
            </a:r>
          </a:p>
          <a:p>
            <a:pPr algn="just">
              <a:lnSpc>
                <a:spcPct val="1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294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DFCAB-9E80-D795-EE0A-51DA64FDF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4612"/>
            <a:ext cx="9144000" cy="991109"/>
          </a:xfrm>
        </p:spPr>
        <p:txBody>
          <a:bodyPr>
            <a:normAutofit/>
          </a:bodyPr>
          <a:lstStyle/>
          <a:p>
            <a:r>
              <a:rPr lang="en-IN" sz="4800" b="1" dirty="0"/>
              <a:t>Problem Statement &amp;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09A7B-AA49-2B30-E98E-7035327D3E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73524"/>
            <a:ext cx="9144000" cy="4399471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b="1" dirty="0"/>
              <a:t>Problem Statement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Manual code review is: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Time-consuming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Error-prone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Inconsistent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Developers need an automated system to review code efficiently.</a:t>
            </a:r>
          </a:p>
          <a:p>
            <a:pPr algn="l"/>
            <a:r>
              <a:rPr lang="en-IN" b="1" dirty="0"/>
              <a:t>Objectives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 err="1"/>
              <a:t>Analyze</a:t>
            </a:r>
            <a:r>
              <a:rPr lang="en-IN" dirty="0"/>
              <a:t> Python code automatically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Detect common coding issues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Measure cyclomatic complexity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Classify issues (Info, Warning, Critical)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Generate score and grade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Provide user-friendly web interface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9318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6BA56-9CE4-3F16-4955-286E3C412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44393"/>
            <a:ext cx="9144000" cy="801328"/>
          </a:xfrm>
        </p:spPr>
        <p:txBody>
          <a:bodyPr>
            <a:normAutofit/>
          </a:bodyPr>
          <a:lstStyle/>
          <a:p>
            <a:r>
              <a:rPr lang="en-IN" sz="4400" b="1" dirty="0"/>
              <a:t>System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CE5AA3-14C4-2546-FB74-729E700C1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08031"/>
            <a:ext cx="9144000" cy="477040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US" dirty="0"/>
              <a:t>The system consists of two main components:</a:t>
            </a:r>
          </a:p>
          <a:p>
            <a:pPr algn="l"/>
            <a:r>
              <a:rPr lang="en-US" b="1" dirty="0"/>
              <a:t>Backend (backend.py)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Parses Python code using AST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Detects issues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Calculates complexity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Applies rule engine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Generates score and CSV report</a:t>
            </a:r>
          </a:p>
          <a:p>
            <a:pPr algn="l"/>
            <a:r>
              <a:rPr lang="en-US" b="1" dirty="0"/>
              <a:t> Frontend (frontend.py)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Built using </a:t>
            </a:r>
            <a:r>
              <a:rPr lang="en-US" dirty="0" err="1"/>
              <a:t>Streamlit</a:t>
            </a:r>
            <a:endParaRPr lang="en-US" dirty="0"/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Provides file upload option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Displays issues and summary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Allows issue review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Backend performs analysis, and frontend displays results.</a:t>
            </a:r>
            <a:br>
              <a:rPr lang="en-US" dirty="0"/>
            </a:br>
            <a:endParaRPr lang="en-US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0327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BC72-C960-23C5-3723-89AD1F5783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18514"/>
            <a:ext cx="9144000" cy="827207"/>
          </a:xfrm>
        </p:spPr>
        <p:txBody>
          <a:bodyPr>
            <a:normAutofit/>
          </a:bodyPr>
          <a:lstStyle/>
          <a:p>
            <a:r>
              <a:rPr lang="en-IN" sz="4400" b="1" dirty="0"/>
              <a:t>Code Analysis &amp; Complexity Calculation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CDD5B-1731-EFF4-5572-1AA289C1E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09623"/>
            <a:ext cx="9144000" cy="4701396"/>
          </a:xfrm>
        </p:spPr>
        <p:txBody>
          <a:bodyPr/>
          <a:lstStyle/>
          <a:p>
            <a:pPr algn="l"/>
            <a:r>
              <a:rPr lang="en-US" dirty="0"/>
              <a:t>The system uses Python’s AST (Abstract Syntax Tree) module to understand the structure of the code.</a:t>
            </a:r>
          </a:p>
          <a:p>
            <a:pPr algn="l"/>
            <a:r>
              <a:rPr lang="en-US" dirty="0"/>
              <a:t>It extracts: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Functions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Classes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Loops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Conditional statements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Imports</a:t>
            </a:r>
          </a:p>
          <a:p>
            <a:pPr algn="l"/>
            <a:r>
              <a:rPr lang="en-US" dirty="0"/>
              <a:t>Cyclomatic complexity is calculated to measure how complex the program logic is. Higher complexity indicates more difficult maintenance.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734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1F2FA-BD1A-31C7-CB07-8BC424A505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1261"/>
            <a:ext cx="9144000" cy="818580"/>
          </a:xfrm>
        </p:spPr>
        <p:txBody>
          <a:bodyPr>
            <a:normAutofit/>
          </a:bodyPr>
          <a:lstStyle/>
          <a:p>
            <a:r>
              <a:rPr lang="en-IN" sz="4400" b="1" dirty="0"/>
              <a:t>Issue Detection &amp; Severity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81530-A3C3-A36F-BD6E-515512C773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535502"/>
            <a:ext cx="9144000" cy="489980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The system detects several common coding issues such as: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Missing docstrings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Long functions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Too many parameters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Magic numbers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Debug print statements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Empty exception blocks</a:t>
            </a:r>
          </a:p>
          <a:p>
            <a:pPr algn="l"/>
            <a:r>
              <a:rPr lang="en-US" dirty="0"/>
              <a:t>Each issue is classified into: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INFO – Minor improvement needed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WARNING – Should be fixed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CRITICAL – Must be fixed immediately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This helps developers prioritize corrections.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1790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DF13D-93DE-4B12-C1BD-0E5D46140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7140"/>
            <a:ext cx="9144000" cy="835833"/>
          </a:xfrm>
        </p:spPr>
        <p:txBody>
          <a:bodyPr>
            <a:normAutofit/>
          </a:bodyPr>
          <a:lstStyle/>
          <a:p>
            <a:r>
              <a:rPr lang="en-IN" sz="4800" b="1" dirty="0"/>
              <a:t>Scoring System &amp; Rule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FDF348-406D-5D31-227B-CA8B7E33F6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759789"/>
            <a:ext cx="9144000" cy="5098211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/>
              <a:t>The system starts with a score of 100.</a:t>
            </a:r>
          </a:p>
          <a:p>
            <a:pPr algn="l"/>
            <a:r>
              <a:rPr lang="en-US" dirty="0"/>
              <a:t>The score is reduced based on: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Number of detected issues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Code complexity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Rule violations</a:t>
            </a:r>
          </a:p>
          <a:p>
            <a:pPr algn="l"/>
            <a:r>
              <a:rPr lang="en-US" dirty="0"/>
              <a:t>Grade System: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90+ → Excellent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75–89 → Good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60–74 → Moderate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dirty="0"/>
              <a:t>Below 60 → Poor</a:t>
            </a:r>
          </a:p>
          <a:p>
            <a:pPr algn="l"/>
            <a:r>
              <a:rPr lang="en-US" dirty="0"/>
              <a:t>Custom rules like maximum function length and maximum parameters are enforced using a rule engine.</a:t>
            </a:r>
          </a:p>
          <a:p>
            <a:pPr algn="l"/>
            <a:br>
              <a:rPr lang="en-US" dirty="0"/>
            </a:br>
            <a:endParaRPr lang="en-US" dirty="0"/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397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B657C-589D-0BB6-7C67-778082B2B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Frontend 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44F7E-E40D-5D1B-4D17-A50A0A3E6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225506" cy="43513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The frontend is built using </a:t>
            </a:r>
            <a:r>
              <a:rPr lang="en-US" dirty="0" err="1"/>
              <a:t>Streamlit</a:t>
            </a:r>
            <a:r>
              <a:rPr lang="en-US" dirty="0"/>
              <a:t> and provides a simple web interface.</a:t>
            </a:r>
            <a:endParaRPr lang="en-IN" dirty="0">
              <a:effectLst/>
            </a:endParaRPr>
          </a:p>
          <a:p>
            <a:r>
              <a:rPr lang="en-US" dirty="0"/>
              <a:t>Features:</a:t>
            </a:r>
            <a:endParaRPr lang="en-IN" dirty="0">
              <a:effectLst/>
            </a:endParaRPr>
          </a:p>
          <a:p>
            <a:r>
              <a:rPr lang="en-US" dirty="0"/>
              <a:t>Upload Python file</a:t>
            </a:r>
            <a:endParaRPr lang="en-IN" dirty="0">
              <a:effectLst/>
            </a:endParaRPr>
          </a:p>
          <a:p>
            <a:r>
              <a:rPr lang="en-US" dirty="0"/>
              <a:t>View complete code preview</a:t>
            </a:r>
            <a:endParaRPr lang="en-IN" dirty="0">
              <a:effectLst/>
            </a:endParaRPr>
          </a:p>
          <a:p>
            <a:r>
              <a:rPr lang="en-US" dirty="0"/>
              <a:t>See detected issues</a:t>
            </a:r>
            <a:endParaRPr lang="en-IN" dirty="0">
              <a:effectLst/>
            </a:endParaRPr>
          </a:p>
          <a:p>
            <a:r>
              <a:rPr lang="en-US" dirty="0"/>
              <a:t>Filter by severity</a:t>
            </a:r>
            <a:endParaRPr lang="en-IN" dirty="0">
              <a:effectLst/>
            </a:endParaRPr>
          </a:p>
          <a:p>
            <a:r>
              <a:rPr lang="en-US" dirty="0"/>
              <a:t>Accept or reject issues</a:t>
            </a:r>
            <a:endParaRPr lang="en-IN" dirty="0">
              <a:effectLst/>
            </a:endParaRPr>
          </a:p>
          <a:p>
            <a:r>
              <a:rPr lang="en-US" dirty="0"/>
              <a:t>View summary section</a:t>
            </a:r>
            <a:endParaRPr lang="en-IN" dirty="0">
              <a:effectLst/>
            </a:endParaRPr>
          </a:p>
          <a:p>
            <a:r>
              <a:rPr lang="en-US" dirty="0"/>
              <a:t>The summary displays total issues, critical issues, warnings, info, and final status.</a:t>
            </a:r>
            <a:endParaRPr lang="en-IN" dirty="0">
              <a:effectLst/>
            </a:endParaRPr>
          </a:p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F3FA052-31F6-94CB-4EAA-3E066CA650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59375" y="1825625"/>
            <a:ext cx="6194425" cy="407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58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3C20B-50D1-47A5-0A3E-D09D69250C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82416"/>
            <a:ext cx="9144000" cy="732316"/>
          </a:xfrm>
        </p:spPr>
        <p:txBody>
          <a:bodyPr>
            <a:normAutofit/>
          </a:bodyPr>
          <a:lstStyle/>
          <a:p>
            <a:r>
              <a:rPr lang="en-IN" sz="4400" b="1" dirty="0"/>
              <a:t>Technologies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A7CCC-189E-BD34-5B77-96C3BDF3C2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04513"/>
            <a:ext cx="9144000" cy="457107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dirty="0"/>
              <a:t>Backend: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Python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AST Module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CSV File Handling</a:t>
            </a:r>
          </a:p>
          <a:p>
            <a:pPr algn="l"/>
            <a:r>
              <a:rPr lang="en-IN" dirty="0"/>
              <a:t>Frontend: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 err="1"/>
              <a:t>Streamlit</a:t>
            </a:r>
            <a:endParaRPr lang="en-IN" dirty="0"/>
          </a:p>
          <a:p>
            <a:pPr algn="l"/>
            <a:r>
              <a:rPr lang="en-IN" dirty="0"/>
              <a:t>Concepts: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Static Code Analysis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Cyclomatic Complexity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Rule-Based Evaluation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Code Quality Metrics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7180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B65DA-F164-B8DC-5534-4542DCC1E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7525"/>
            <a:ext cx="9144000" cy="715063"/>
          </a:xfrm>
        </p:spPr>
        <p:txBody>
          <a:bodyPr>
            <a:normAutofit/>
          </a:bodyPr>
          <a:lstStyle/>
          <a:p>
            <a:r>
              <a:rPr lang="en-IN" sz="4400" b="1" dirty="0"/>
              <a:t>Advantages, Limitations &amp; 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002881-74FA-F6A0-A730-29EA36F2F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13139"/>
            <a:ext cx="9144000" cy="4925683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dirty="0"/>
              <a:t>Advantages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Saves manual review time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Improves code quality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Easy to use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Automatic report generation</a:t>
            </a:r>
          </a:p>
          <a:p>
            <a:pPr algn="l"/>
            <a:r>
              <a:rPr lang="en-IN" b="1" dirty="0"/>
              <a:t>Limitations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Supports only Python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Performs only static analysis</a:t>
            </a:r>
          </a:p>
          <a:p>
            <a:pPr algn="l"/>
            <a:r>
              <a:rPr lang="en-IN" b="1" dirty="0"/>
              <a:t>Future Enhancements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AI-based smart suggestions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Multi-language support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GitHub integration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IN" dirty="0"/>
              <a:t>PDF report generation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1941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7E30-2C83-B246-A1C8-2A4739891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6537"/>
            <a:ext cx="9144000" cy="715063"/>
          </a:xfrm>
        </p:spPr>
        <p:txBody>
          <a:bodyPr>
            <a:normAutofit/>
          </a:bodyPr>
          <a:lstStyle/>
          <a:p>
            <a:r>
              <a:rPr lang="en-IN" sz="4400" b="1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A28FC9-F20A-6DF9-B4D7-FC669CF16F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517" y="1932316"/>
            <a:ext cx="9144000" cy="4183812"/>
          </a:xfrm>
        </p:spPr>
        <p:txBody>
          <a:bodyPr/>
          <a:lstStyle/>
          <a:p>
            <a:pPr algn="l"/>
            <a:r>
              <a:rPr lang="en-US" dirty="0"/>
              <a:t>The AI Powered Code Reviewer successfully automates Python code analysis.</a:t>
            </a:r>
          </a:p>
          <a:p>
            <a:pPr algn="l"/>
            <a:r>
              <a:rPr lang="en-US" dirty="0"/>
              <a:t>It detects issues, measures complexity, assigns severity levels, calculates score, and generates a final report through an interactive web interface.</a:t>
            </a:r>
          </a:p>
          <a:p>
            <a:pPr algn="l"/>
            <a:r>
              <a:rPr lang="en-US" dirty="0"/>
              <a:t>This system helps developers write cleaner, more maintainable, and high-quality code efficiently.</a:t>
            </a:r>
          </a:p>
          <a:p>
            <a:endParaRPr lang="en-IN" sz="4800" b="1" dirty="0"/>
          </a:p>
          <a:p>
            <a:r>
              <a:rPr lang="en-IN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1936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595</Words>
  <Application>Microsoft Office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AI Powered Code Reviewer &amp; Quality Assistant</vt:lpstr>
      <vt:lpstr>Introduction</vt:lpstr>
      <vt:lpstr>Problem Statement &amp; Objectives</vt:lpstr>
      <vt:lpstr>System Architecture</vt:lpstr>
      <vt:lpstr>Code Analysis &amp; Complexity Calculation</vt:lpstr>
      <vt:lpstr>Issue Detection &amp; Severity Classification</vt:lpstr>
      <vt:lpstr>Scoring System &amp; Rule Engine</vt:lpstr>
      <vt:lpstr>Frontend Interface</vt:lpstr>
      <vt:lpstr>Technologies Used</vt:lpstr>
      <vt:lpstr>Advantages, Limitations &amp; Future Scope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kavyasri dadi</dc:creator>
  <cp:lastModifiedBy>kavyasri dadi</cp:lastModifiedBy>
  <cp:revision>2</cp:revision>
  <dcterms:created xsi:type="dcterms:W3CDTF">2026-02-19T15:09:35Z</dcterms:created>
  <dcterms:modified xsi:type="dcterms:W3CDTF">2026-02-19T16:13:02Z</dcterms:modified>
</cp:coreProperties>
</file>